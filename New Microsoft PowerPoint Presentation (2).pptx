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14E4-CF37-D502-DFCD-A9AD9F117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57B8B-E0FD-EC3F-A377-E1C260F98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06EB-AE32-92AB-F316-455C1EB0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8668D-7553-4C9E-B262-78623AF1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CFBB2-FF6E-DF82-45DE-DCFDB5B0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48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03FD-371E-FF5A-382E-34E6FDC4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9D43-6F81-479B-3520-3A716DB54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88FCE-3D8A-A77D-CED1-99556723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B1CD1-CCFB-60BD-0299-D7CF37681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5A576-E01F-6D8D-A90E-07026A34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2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455A-34B2-D560-6506-32D61362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2BB2C-B6C2-16BB-3DA0-329BB6AF4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B4C0A-0FF8-37EB-266B-F9D08C1B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AF336-59C3-1B9F-419F-8CEEF074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6A70E-3147-5AB4-E5FB-AED5FDD0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3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F5FA8-793A-320A-42D0-E6FBF329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6A1BE-CDB5-6573-35D8-AFBC60502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51525-3360-8C57-24CD-4D44D598A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04997-F141-BD8A-82E6-31DB173A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15FC7-38B6-C4DB-5C7C-2A973172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44CAC-64E4-1858-3599-3DFA126B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16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5E1B-F5AB-7AA5-7D26-F4B3CEB4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B57D4-8A76-62CA-EA0A-C0ED45869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3BE9B-50E5-8A55-41A3-7CD908047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AF2A1-CD37-1990-8BEB-04B203E7E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D5DCD-D170-DC5D-F821-57B827125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BB6C5-8916-D449-A085-F32F01C5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53125-AFB3-8170-2DD8-CF33A48B9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51E2D-354A-A15F-F01A-869FEB7D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85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B2B1-8AB1-28D1-D52A-2AE52E1D5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3902A-E31E-A19C-B715-36A111C74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CF7F-1BCF-F164-04BE-23FF900A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619AE-9921-E535-6903-5422B1F4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39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44415-3077-14ED-FEA9-B7DA2CA0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09186-EFAA-A26F-10BF-23043BFD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A5387-B57D-1A56-BDBD-6C663CA6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05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F060-D15C-0A92-E088-53FCA43C3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40D91-A0D5-24A1-7EB9-D29AE3295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BF21D-60DD-8359-7448-065E71F20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4DA63B-B298-6029-FBBB-A0F264A0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C1D90-06DC-35D7-EF60-FD556590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2329F-DBB3-99DC-4FB2-F1693560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9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0BC09-B4FB-DDA7-BB89-630F01BA8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8B5D3-E5AC-A8C6-57B5-A69527907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83B0B-0898-4212-C0E1-E3F95D13D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2F27A-69DD-D19F-2A5F-DA62918B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BFD87-2D77-2CAF-2480-04E9057A0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9BA71-DC08-30FC-DFA0-99AA31AD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39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5614-DD89-760C-A12A-6EC0ACC6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86558-0D53-41F6-B67F-B62D76F48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39C69-2B6D-0E23-D8B5-BD670BFF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3A0CA-E003-D688-B326-ABFCBDBE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A8C76-CBBF-336A-6C74-97FCACC4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561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1B34EF-060F-8C15-C211-151E51494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D256E-8B4F-B978-1B35-8F6D82F7E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21A4-8881-2B66-0F9A-A89FC2F79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5E032-B391-D13A-C591-FBF32769F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FED67-BC59-47D2-02FB-71017E34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5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4A010-5E8C-A70E-A3C6-D2724E5C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BBD5C-B534-D51E-D229-82B6D3C8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4E24C-7A2B-4776-939F-C708205DA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AD3F2-1DB4-42A4-8B0D-9A9FE4F4643C}" type="datetimeFigureOut">
              <a:rPr lang="en-IN" smtClean="0"/>
              <a:t>23-11-2022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A7FE3-C1D3-75BA-F9B6-8FA48364A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83FC-D5AE-2F0A-1CF5-3FF7567FA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4A31E-7794-4A2B-A55E-9EA99B2FB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72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E1BA97-4097-861A-ED3A-222938E2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174" y="2560027"/>
            <a:ext cx="2419350" cy="20193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BBB230-DEF5-64CC-43BD-76819A85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2" y="365125"/>
            <a:ext cx="10509738" cy="1325563"/>
          </a:xfrm>
        </p:spPr>
        <p:txBody>
          <a:bodyPr/>
          <a:lstStyle/>
          <a:p>
            <a:r>
              <a:rPr lang="en-US" dirty="0"/>
              <a:t>antenna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534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64C1B9-F52C-29FB-E364-D1DEB72D4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90503"/>
            <a:ext cx="8382000" cy="53149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11E6A7B-5955-9A49-5506-AD9D3CE6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3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AA0ED9-2A4F-EA2F-251D-B8CA17AAA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208" y="1466850"/>
            <a:ext cx="8410575" cy="539115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ADEDD1-F3DD-55C6-08A1-69639F0A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484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9DD95B-EBE4-EF0E-7EC7-99E43773D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2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1BCFD-3EEE-E78D-B439-E503EB2AC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18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1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FA091-470B-1172-0DFD-199EA072F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21" y="1518431"/>
            <a:ext cx="6943725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A2A7CD3-2E08-F7D2-0650-A408752E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980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54B9B-7F25-76CE-628C-EF7B9073B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55" y="2324979"/>
            <a:ext cx="7239000" cy="39243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BF3EA9-79AA-6DC4-FA04-0AD8002E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597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597D8-9456-94FC-F437-98578FE07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60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BFAC07-05F7-E2CC-1A77-DEDFA67E6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25" y="2238375"/>
            <a:ext cx="50863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3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2BA728-0875-6682-44A3-95EA0F43C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1038225"/>
            <a:ext cx="10887075" cy="581977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CDE5CFD-AE43-776A-9531-50155717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It1 </a:t>
            </a:r>
            <a:r>
              <a:rPr lang="en-US" dirty="0" err="1"/>
              <a:t>vswr</a:t>
            </a:r>
            <a:r>
              <a:rPr lang="en-US" dirty="0"/>
              <a:t> 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274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727C28-5021-6BE5-19AC-D59483D47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66" y="981075"/>
            <a:ext cx="11144250" cy="587692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7F7D08B-E615-8880-692F-392E04F7A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66" y="0"/>
            <a:ext cx="10515600" cy="1325563"/>
          </a:xfrm>
        </p:spPr>
        <p:txBody>
          <a:bodyPr/>
          <a:lstStyle/>
          <a:p>
            <a:r>
              <a:rPr lang="en-US" dirty="0"/>
              <a:t>It1 S11 RT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9B82A-1C95-07EF-EDC6-07E3ED0A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88" y="1381125"/>
            <a:ext cx="10953750" cy="547687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CB0F48-0F4F-3A06-CB83-F564CDFA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Vswr</a:t>
            </a:r>
            <a:r>
              <a:rPr lang="en-US" dirty="0"/>
              <a:t> it2 glass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469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995D2C-850C-EE4A-E8D4-343F34B1B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8" y="1295400"/>
            <a:ext cx="10991850" cy="55626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E8DEC6D-EBD7-1D7F-9547-408CDF2E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S11 it2 glass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213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B79119-27A7-E4BB-6E71-55C7AAA6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83"/>
            <a:ext cx="10515600" cy="1325563"/>
          </a:xfrm>
        </p:spPr>
        <p:txBody>
          <a:bodyPr/>
          <a:lstStyle/>
          <a:p>
            <a:r>
              <a:rPr lang="en-US" dirty="0"/>
              <a:t>I3 change in patch s11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85373-25F6-8421-4DA8-1270AC57E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43000"/>
            <a:ext cx="109251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51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4CAB02-431D-D575-5AE9-DEBBBDAF2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2" y="1304925"/>
            <a:ext cx="10915650" cy="555307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148F7F5-878C-A37C-B4EB-DCBEA1BB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Vswr</a:t>
            </a:r>
            <a:r>
              <a:rPr lang="en-US" dirty="0"/>
              <a:t> change in patch it3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96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6C093-89DA-9C0D-9075-B1BE851F3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875" y="1957094"/>
            <a:ext cx="4238625" cy="359092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E107260-0109-4752-2A29-4C09EAEE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It3 patch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995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7C2A1-0FCB-65AC-A323-1A2986B1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12192000" cy="591816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D6341BE-CA23-444D-D4D2-A2879D7DC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54" y="0"/>
            <a:ext cx="10515600" cy="1325563"/>
          </a:xfrm>
        </p:spPr>
        <p:txBody>
          <a:bodyPr/>
          <a:lstStyle/>
          <a:p>
            <a:r>
              <a:rPr lang="en-US" dirty="0"/>
              <a:t>Sai  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341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B8311-1D83-6731-C903-57EE2B94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5" y="1724025"/>
            <a:ext cx="4095750" cy="34099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396FC7A-DA25-F5D1-6A60-42608230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18912D-70C0-A0CC-DD98-E00B8F9C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533525"/>
            <a:ext cx="7981950" cy="37909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923AEFE-049E-A413-CA99-668D82EFB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substrate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626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56C0D8-4CCC-0590-FFF0-3D7E014A3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537" y="1619250"/>
            <a:ext cx="5114925" cy="3619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5404924-294B-BD5C-C7C1-A231D704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430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72B3B3-5942-A63E-11D3-7C1AAB480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819275"/>
            <a:ext cx="5781675" cy="32194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33D229E-7CEF-C35F-6866-9D9CF27C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165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6AC3D-F44D-C14B-5552-3CB5AC0E6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06" y="2364105"/>
            <a:ext cx="7096125" cy="43243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FBBF920-BB5E-6598-4901-A1F3AC52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 box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486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8E457-F818-A3D1-E85F-9519BE009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12192000" cy="64976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9C9B7D1-1C96-30CF-9995-4FB3CAD1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1036" y="365124"/>
            <a:ext cx="4693307" cy="1325563"/>
          </a:xfrm>
        </p:spPr>
        <p:txBody>
          <a:bodyPr/>
          <a:lstStyle/>
          <a:p>
            <a:r>
              <a:rPr lang="en-US" dirty="0" err="1"/>
              <a:t>anteena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790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D0296-B852-4BE5-B747-70FEE4FAC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360"/>
            <a:ext cx="12192000" cy="649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71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E86742-C2AE-A7F9-77F9-5ACF0FB5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87" y="1219200"/>
            <a:ext cx="62960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55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38</Words>
  <Application>Microsoft Office PowerPoint</Application>
  <PresentationFormat>Widescreen</PresentationFormat>
  <Paragraphs>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antenna</vt:lpstr>
      <vt:lpstr>substrate</vt:lpstr>
      <vt:lpstr>ground</vt:lpstr>
      <vt:lpstr>PowerPoint Presentation</vt:lpstr>
      <vt:lpstr>PowerPoint Presentation</vt:lpstr>
      <vt:lpstr>feed</vt:lpstr>
      <vt:lpstr>feed</vt:lpstr>
      <vt:lpstr>PowerPoint Presentation</vt:lpstr>
      <vt:lpstr>PowerPoint Presentation</vt:lpstr>
      <vt:lpstr>It1 vswr RT</vt:lpstr>
      <vt:lpstr>It1 S11 RT </vt:lpstr>
      <vt:lpstr>Vswr it2 glass</vt:lpstr>
      <vt:lpstr>S11 it2 glass</vt:lpstr>
      <vt:lpstr>I3 change in patch s11</vt:lpstr>
      <vt:lpstr>Vswr change in patch it3</vt:lpstr>
      <vt:lpstr>It3 patch</vt:lpstr>
      <vt:lpstr>Sai  ant</vt:lpstr>
      <vt:lpstr>Ground </vt:lpstr>
      <vt:lpstr>substrate</vt:lpstr>
      <vt:lpstr>patch</vt:lpstr>
      <vt:lpstr>feed</vt:lpstr>
      <vt:lpstr>Rad box</vt:lpstr>
      <vt:lpstr>anteena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antenna</dc:title>
  <dc:creator>AdmiN</dc:creator>
  <cp:lastModifiedBy>AdmiN</cp:lastModifiedBy>
  <cp:revision>27</cp:revision>
  <dcterms:created xsi:type="dcterms:W3CDTF">2022-11-23T08:16:24Z</dcterms:created>
  <dcterms:modified xsi:type="dcterms:W3CDTF">2022-11-23T10:33:06Z</dcterms:modified>
</cp:coreProperties>
</file>